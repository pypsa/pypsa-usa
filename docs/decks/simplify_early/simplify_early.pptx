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is about one structural change to the workflow: the order of the</a:t>
            </a:r>
          </a:p>
          <a:p>
            <a:r>
              <a:t>simplification/clustering rules relative to the per-bus heavy rules. It is not</a:t>
            </a:r>
          </a:p>
          <a:p>
            <a:r>
              <a:t>about the equivalence bugs; those live in the run cards.</a:t>
            </a:r>
          </a:p>
          <a:p/>
          <a:p>
            <a:r>
              <a:t>Branches: master-benchmark ca73014f62077b53e02ba027516f91400fe9cf61 is the baseline that actually</a:t>
            </a:r>
          </a:p>
          <a:p>
            <a:r>
              <a:t>builds; develop d773abcb1a16c6c6672f1fce6d9d26e46848b4e5 is the refactored branch.</a:t>
            </a:r>
          </a:p>
          <a:p/>
          <a:p>
            <a:r>
              <a:t>Case: usa / config.equivalence-usa.yaml / simpl=300 / clusters=134 / 3h / horizon 2030.</a:t>
            </a:r>
          </a:p>
          <a:p/>
          <a:p>
            <a:r>
              <a:t>All timing and memory numbers come from snakemake `benchmark:` TSVs written on</a:t>
            </a:r>
          </a:p>
          <a:p>
            <a:r>
              <a:t>2026-09-15 on Sherlock's serc partition. No single Slurm job built both branches from a cold cache. The harness reuses finished rules across jobs through snakemake's mtime rerun triggers, so the two 'build OK in Ns' lines in any one job are not a like-for-like total. End-to-end cold total pipeline wall time, master vs develop, is NOT MEASURED. The per-rule benchmark TSVs are per-rule cold measurements and are what the deck compares.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load-bearing sentence is in the repo's own CLAUDE.md, section "Architecture:</a:t>
            </a:r>
          </a:p>
          <a:p>
            <a:r>
              <a:t>the DAG and the resources/ layout": "topology aggregation and {simpl} kmeans</a:t>
            </a:r>
          </a:p>
          <a:p>
            <a:r>
              <a:t>clustering happen before the per-bus heavy rules. The clustered network is the</a:t>
            </a:r>
          </a:p>
          <a:p>
            <a:r>
              <a:t>input to demand/RE/electricity assembly, not the substation-level network."</a:t>
            </a:r>
          </a:p>
          <a:p/>
          <a:p>
            <a:r>
              <a:t>Note the split is two rules, not one moved rule. master's simplify_network did</a:t>
            </a:r>
          </a:p>
          <a:p>
            <a:r>
              <a:t>both the nodal-&gt;substation aggregation and the kmeans; develop separates them so</a:t>
            </a:r>
          </a:p>
          <a:p>
            <a:r>
              <a:t>the topology step (aggregate_to_substations) and the resource step</a:t>
            </a:r>
          </a:p>
          <a:p>
            <a:r>
              <a:t>(cluster_resources) can be reasoned about and cached independently.</a:t>
            </a:r>
          </a:p>
          <a:p/>
          <a:p>
            <a:r>
              <a:t>A second consequence, visible in the rule signatures: the {simpl} wildcard is now</a:t>
            </a:r>
          </a:p>
          <a:p>
            <a:r>
              <a:t>load-bearing on nearly every rule downstream of cluster_resources. Any new</a:t>
            </a:r>
          </a:p>
          <a:p>
            <a:r>
              <a:t>per-bus rule must carry _s{simpl} on its inputs and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off master's build_electricity.smk:</a:t>
            </a:r>
          </a:p>
          <a:p>
            <a:r>
              <a:t>  build_base_network   -&gt; elec_base_network.nc</a:t>
            </a:r>
          </a:p>
          <a:p>
            <a:r>
              <a:t>  build_bus_regions    -&gt; regions_onshore.geojson (one region per nodal bus)</a:t>
            </a:r>
          </a:p>
          <a:p>
            <a:r>
              <a:t>  build_renewable_profiles  input regions = regions_onshore.geojson  (NODAL)</a:t>
            </a:r>
          </a:p>
          <a:p>
            <a:r>
              <a:t>  add_demand           input  elec_base_network.nc -&gt; elec_base_network_dem.nc (NODAL)</a:t>
            </a:r>
          </a:p>
          <a:p>
            <a:r>
              <a:t>  add_electricity      input  elec_base_network_dem.nc -&gt; elec_base_network_l_pp.pkl (NODAL)</a:t>
            </a:r>
          </a:p>
          <a:p>
            <a:r>
              <a:t>  simplify_network     input  elec_base_network_l_pp.pkl + bus2sub + sub -&gt; elec_s{simpl}.nc</a:t>
            </a:r>
          </a:p>
          <a:p>
            <a:r>
              <a:t>  cluster_network      elec_s{simpl}.nc -&gt; elec_s{simpl}_c{clusters}.nc</a:t>
            </a:r>
          </a:p>
          <a:p/>
          <a:p>
            <a:r>
              <a:t>So on master every per-bus rule is keyed on 82,549 buses.</a:t>
            </a:r>
          </a:p>
          <a:p/>
          <a:p>
            <a:r>
              <a:t>Bus counts (source: develop-side busmap CSVs, which both branches' shared</a:t>
            </a:r>
          </a:p>
          <a:p>
            <a:r>
              <a:t>build_base_network feeds):</a:t>
            </a:r>
          </a:p>
          <a:p>
            <a:r>
              <a:t>  nodal 82,549 = rows in bus2sub.csv</a:t>
            </a:r>
          </a:p>
          <a:p>
            <a:r>
              <a:t>  substations 41,012 = unique sub_id in busmap_b.csv</a:t>
            </a:r>
          </a:p>
          <a:p>
            <a:r>
              <a:t>  {simpl} 300 = unique cluster_bus in busmap_s300.csv</a:t>
            </a:r>
          </a:p>
          <a:p>
            <a:r>
              <a:t>  final 134 = unique target in busmap_s300_134.csv</a:t>
            </a:r>
          </a:p>
          <a:p/>
          <a:p>
            <a:r>
              <a:t>Note for the audience: the brief's working estimate of "about 20k substations"</a:t>
            </a:r>
          </a:p>
          <a:p>
            <a:r>
              <a:t>was wrong; the measured figure is 41,012.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off develop's build_electricity.smk (file order is not DAG order - this is</a:t>
            </a:r>
          </a:p>
          <a:p>
            <a:r>
              <a:t>the input/output graph):</a:t>
            </a:r>
          </a:p>
          <a:p>
            <a:r>
              <a:t>  aggregate_to_substations  elec_base_network.nc + bus2sub + sub -&gt; elec_b.nc, busmap_b.csv</a:t>
            </a:r>
          </a:p>
          <a:p>
            <a:r>
              <a:t>  cluster_resources         elec_b.nc + regions -&gt; elec_s{simpl}.nc, regions_*_s{simpl}.geojson, busmap_s{simpl}.csv</a:t>
            </a:r>
          </a:p>
          <a:p>
            <a:r>
              <a:t>  build_renewable_profiles  regions = regions_onshore_s{simpl}.geojson -&gt; profile_{tech}_s{simpl}.nc</a:t>
            </a:r>
          </a:p>
          <a:p>
            <a:r>
              <a:t>  add_demand                elec_s{simpl}.nc -&gt; elec_s{simpl}_dem.nc</a:t>
            </a:r>
          </a:p>
          <a:p>
            <a:r>
              <a:t>  add_electricity           elec_s{simpl}_dem.nc -&gt; elec_s{simpl}_l_pp.pkl</a:t>
            </a:r>
          </a:p>
          <a:p>
            <a:r>
              <a:t>  cluster_network           elec_s{simpl}_l_pp.pkl -&gt; elec_s{simpl}_c{clusters}.nc</a:t>
            </a:r>
          </a:p>
          <a:p/>
          <a:p>
            <a:r>
              <a:t>One honest nuance: build_renewable_profiles on develop still takes the NODAL</a:t>
            </a:r>
          </a:p>
          <a:p>
            <a:r>
              <a:t>regions as a second input (regions_nodal). Land-availability cells are computed</a:t>
            </a:r>
          </a:p>
          <a:p>
            <a:r>
              <a:t>against the nodal regions and then carried to the cluster through</a:t>
            </a:r>
          </a:p>
          <a:p>
            <a:r>
              <a:t>busmap_s{simpl}. That is why this one rule's wall time does not fall even though</a:t>
            </a:r>
          </a:p>
          <a:p>
            <a:r>
              <a:t>its output shrinks ~60x - see the runtime slide.</a:t>
            </a:r>
          </a:p>
          <a:p/>
          <a:p>
            <a:r>
              <a:t>EGS gets a parallel aggregate_egs rule that remaps NREL substation-keyed supply</a:t>
            </a:r>
          </a:p>
          <a:p>
            <a:r>
              <a:t>curves through busmap_s{simpl} before add_electricity sees them. HAC clustering</a:t>
            </a:r>
          </a:p>
          <a:p>
            <a:r>
              <a:t>was removed; kmeans and modularity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bus counts, USA case, all from busmap CSVs (no model run needed):</a:t>
            </a:r>
          </a:p>
          <a:p>
            <a:r>
              <a:t>  nodal          82,549   rows in resources/equivalence/busmaps/usa/bus2sub.csv (develop) - one row per base-network bus</a:t>
            </a:r>
          </a:p>
          <a:p>
            <a:r>
              <a:t>  substations    41,012   unique sub_id in resources/equivalence/busmaps/usa/busmap_b.csv</a:t>
            </a:r>
          </a:p>
          <a:p>
            <a:r>
              <a:t>  {simpl}=300     300       unique cluster_bus in resources/equivalence/busmaps/usa/busmap_s300.csv</a:t>
            </a:r>
          </a:p>
          <a:p>
            <a:r>
              <a:t>  clusters=134   134       unique target in resources/equivalence/busmaps/usa/busmap_s300_134.csv</a:t>
            </a:r>
          </a:p>
          <a:p/>
          <a:p>
            <a:r>
              <a:t>The two reduction steps develop inserts are 82,549 -&gt; 41,012</a:t>
            </a:r>
          </a:p>
          <a:p>
            <a:r>
              <a:t>(a 2.0x topology aggregation) and 41,012 -&gt; 300</a:t>
            </a:r>
          </a:p>
          <a:p>
            <a:r>
              <a:t>(a 137x kmeans reduction).</a:t>
            </a:r>
          </a:p>
          <a:p/>
          <a:p>
            <a:r>
              <a:t>Net: master's heavy rules see 82,549 buses,</a:t>
            </a:r>
          </a:p>
          <a:p>
            <a:r>
              <a:t>develop's see 300. That is the</a:t>
            </a:r>
          </a:p>
          <a:p>
            <a:r>
              <a:t>275x factor every later slide traces back to.</a:t>
            </a:r>
          </a:p>
          <a:p/>
          <a:p>
            <a:r>
              <a:t>The final cluster count (134) is identical on both branches - the refactor does</a:t>
            </a:r>
          </a:p>
          <a:p>
            <a:r>
              <a:t>not change the modelled resolution, only where in the DAG the reduction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values are the `s` column of the snakemake benchmark TSV for that rule.</a:t>
            </a:r>
          </a:p>
          <a:p/>
          <a:p>
            <a:r>
              <a:t>  build_fuel_prices                master      89.6 s   develop      36.7 s</a:t>
            </a:r>
          </a:p>
          <a:p>
            <a:r>
              <a:t>  build_renewable_profiles onwind  master      69.1 s   develop     107.7 s</a:t>
            </a:r>
          </a:p>
          <a:p>
            <a:r>
              <a:t>  build_renewable_profiles solar   master     243.0 s   develop      48.1 s</a:t>
            </a:r>
          </a:p>
          <a:p>
            <a:r>
              <a:t>  build_electrical_demand          master     619.6 s   develop      86.4 s</a:t>
            </a:r>
          </a:p>
          <a:p>
            <a:r>
              <a:t>  add_demand                       master     996.3 s   develop      10.4 s</a:t>
            </a:r>
          </a:p>
          <a:p>
            <a:r>
              <a:t>  add_electricity                  master   2,135.3 s   develop     103.4 s</a:t>
            </a:r>
          </a:p>
          <a:p>
            <a:r>
              <a:t>  cluster_network                  master     118.9 s   develop     231.3 s</a:t>
            </a:r>
          </a:p>
          <a:p>
            <a:r>
              <a:t>  solve_network                    master   3,436.5 s   develop   3,157.4 s</a:t>
            </a:r>
          </a:p>
          <a:p/>
          <a:p>
            <a:r>
              <a:t>Headlines: add_demand 96x faster,</a:t>
            </a:r>
          </a:p>
          <a:p>
            <a:r>
              <a:t>add_electricity 21x faster,</a:t>
            </a:r>
          </a:p>
          <a:p>
            <a:r>
              <a:t>build_electrical_demand 7x faster.</a:t>
            </a:r>
          </a:p>
          <a:p/>
          <a:p>
            <a:r>
              <a:t>Three rules go the other way and we should say so:</a:t>
            </a:r>
          </a:p>
          <a:p>
            <a:r>
              <a:t> - build_renewable_profiles (onwind) is SLOWER on develop (107.7 s vs 69.1 s).</a:t>
            </a:r>
          </a:p>
          <a:p>
            <a:r>
              <a:t>   The rule still evaluates land availability against the nodal regions.</a:t>
            </a:r>
          </a:p>
          <a:p>
            <a:r>
              <a:t> - cluster_network is slower on develop (231.3 s vs 118.9 s) because it now</a:t>
            </a:r>
          </a:p>
          <a:p>
            <a:r>
              <a:t>   consumes the pickled add_electricity output, i.e. it inherited work that</a:t>
            </a:r>
          </a:p>
          <a:p>
            <a:r>
              <a:t>   master had already done before simplify_network.</a:t>
            </a:r>
          </a:p>
          <a:p>
            <a:r>
              <a:t> - solve_network is close (3157 s develop vs 3437 s master) but the two sides do</a:t>
            </a:r>
          </a:p>
          <a:p>
            <a:r>
              <a:t>   not yet produce the same solution, so do not read it as a speedup.</a:t>
            </a:r>
          </a:p>
          <a:p/>
          <a:p>
            <a:r>
              <a:t>Caveat to state if asked: these TSVs were not all written by one Slurm job - the</a:t>
            </a:r>
          </a:p>
          <a:p>
            <a:r>
              <a:t>harness reuses finished rules across jobs. Each row's mtime and job are in</a:t>
            </a:r>
          </a:p>
          <a:p>
            <a:r>
              <a:t>figures/fig4_runtime_usa.csv and in measurements.py. They are per-rule cold</a:t>
            </a:r>
          </a:p>
          <a:p>
            <a:r>
              <a:t>measurements of the same config on the same partition.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max_rss column, MiB.</a:t>
            </a:r>
          </a:p>
          <a:p/>
          <a:p>
            <a:r>
              <a:t>  add_demand        master     14,785  develop        348   (42x less)</a:t>
            </a:r>
          </a:p>
          <a:p>
            <a:r>
              <a:t>  add_electricity   master      8,357  develop      2,373   (3.5x less)</a:t>
            </a:r>
          </a:p>
          <a:p>
            <a:r>
              <a:t>  profiles onwind   master      5,014  develop      3,034</a:t>
            </a:r>
          </a:p>
          <a:p>
            <a:r>
              <a:t>  profiles solar    master      5,460  develop      2,966</a:t>
            </a:r>
          </a:p>
          <a:p>
            <a:r>
              <a:t>  build_electrical_demand  master     10,604  develop     11,077  (essentially flat)</a:t>
            </a:r>
          </a:p>
          <a:p>
            <a:r>
              <a:t>  solve_network     master     17,536  develop     25,973  (develop HIGHER)</a:t>
            </a:r>
          </a:p>
          <a:p/>
          <a:p>
            <a:r>
              <a:t>The clean win is add_demand: 14,785 MiB -&gt; 348 MiB.</a:t>
            </a:r>
          </a:p>
          <a:p>
            <a:r>
              <a:t>It no longer materialises a demand array keyed on 82,549 buses.</a:t>
            </a:r>
          </a:p>
          <a:p/>
          <a:p>
            <a:r>
              <a:t>Two rules do not improve and must not be glossed:</a:t>
            </a:r>
          </a:p>
          <a:p>
            <a:r>
              <a:t> - build_electrical_demand peak RSS is flat (10,604 -&gt; 11,077 MiB). It still</a:t>
            </a:r>
          </a:p>
          <a:p>
            <a:r>
              <a:t>   reads the same zonal source data; only its output shrinks.</a:t>
            </a:r>
          </a:p>
          <a:p>
            <a:r>
              <a:t> - solve_network uses MORE memory on develop (17,536 -&gt; 25,973 MiB). That is</a:t>
            </a:r>
          </a:p>
          <a:p>
            <a:r>
              <a:t>   downstream of this refactor and is tangled with the still-open equivalence</a:t>
            </a:r>
          </a:p>
          <a:p>
            <a:r>
              <a:t>   differences, so it is reported, not claimed as a result of the reordering.</a:t>
            </a:r>
          </a:p>
          <a:p/>
          <a:p>
            <a:r>
              <a:t>Whole-job peak RSS from sacct, for scale: job 43640844 31.6 GiB, job 43671766</a:t>
            </a:r>
          </a:p>
          <a:p>
            <a:r>
              <a:t>33.4 GiB, western smoke 43671762 1.74 GiB.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mechanism is not subtle: a per-bus rule writes an array whose leading</a:t>
            </a:r>
          </a:p>
          <a:p>
            <a:r>
              <a:t>dimension is the bus count. Divide the bus count by 275 and</a:t>
            </a:r>
          </a:p>
          <a:p>
            <a:r>
              <a:t>the array divides with it.</a:t>
            </a:r>
          </a:p>
          <a:p/>
          <a:p>
            <a:r>
              <a:t>  onwind profile           622,450,598 B -&gt;   10,330,358 B   60.3x</a:t>
            </a:r>
          </a:p>
          <a:p>
            <a:r>
              <a:t>  solar profile            746,175,398 B -&gt;   10,575,778 B   70.6x</a:t>
            </a:r>
          </a:p>
          <a:p>
            <a:r>
              <a:t>  electrical demand CSV  2,424,183,225 B -&gt;   24,843,782 B   97.6x</a:t>
            </a:r>
          </a:p>
          <a:p>
            <a:r>
              <a:t>  network after add_demand 2,758,570,331 B -&gt;   17,262,481 B   159.8x</a:t>
            </a:r>
          </a:p>
          <a:p>
            <a:r>
              <a:t>  network after add_electricity 6,498,564,020 B -&gt; 1,128,509,306 B   5.8x</a:t>
            </a:r>
          </a:p>
          <a:p/>
          <a:p>
            <a:r>
              <a:t>The add_electricity pickle is the smallest ratio (5.8x, not</a:t>
            </a:r>
          </a:p>
          <a:p>
            <a:r>
              <a:t>275x) and that is the honest limit of the argument: it carries one</a:t>
            </a:r>
          </a:p>
          <a:p>
            <a:r>
              <a:t>entry per attached generator, and the generator count does not fall as steeply</a:t>
            </a:r>
          </a:p>
          <a:p>
            <a:r>
              <a:t>as the per-bus time series do. master's is 6.5 GB; develop's is 1.1 GB.</a:t>
            </a:r>
          </a:p>
          <a:p/>
          <a:p>
            <a:r>
              <a:t>Caveat on the demand CSV bar: develop also writes</a:t>
            </a:r>
          </a:p>
          <a:p>
            <a:r>
              <a:t>power_zonal_components_s300.parquet (186,302,484 B) which master has no</a:t>
            </a:r>
          </a:p>
          <a:p>
            <a:r>
              <a:t>counterpart for. It is excluded from the bar and noted in the CSV twin.</a:t>
            </a:r>
          </a:p>
          <a:p/>
          <a:p>
            <a:r>
              <a:t>A nice illustration for the room: elec_s300.nc is 137,502,390 B on master but</a:t>
            </a:r>
          </a:p>
          <a:p>
            <a:r>
              <a:t>597,423 B on develop. Same bus count, different pipeline stage - on master it</a:t>
            </a:r>
          </a:p>
          <a:p>
            <a:r>
              <a:t>already carries everything the heavy rules attached; on develop it is topology</a:t>
            </a:r>
          </a:p>
          <a:p>
            <a:r>
              <a:t>only, because the heavy rules have not run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Summing the five per-bus heavy rules measured on BOTH branches:</a:t>
            </a:r>
          </a:p>
          <a:p>
            <a:r>
              <a:t>  master  4,063 s</a:t>
            </a:r>
          </a:p>
          <a:p>
            <a:r>
              <a:t>  develop 356 s      -&gt; 11.4x faster</a:t>
            </a:r>
          </a:p>
          <a:p/>
          <a:p>
            <a:r>
              <a:t>develop pays for that with two new rules master does not have:</a:t>
            </a:r>
          </a:p>
          <a:p>
            <a:r>
              <a:t>  aggregate_to_substations 191 s, peak 29,450 MiB</a:t>
            </a:r>
          </a:p>
          <a:p>
            <a:r>
              <a:t>  cluster_resources        355 s, peak 13,962 MiB</a:t>
            </a:r>
          </a:p>
          <a:p>
            <a:r>
              <a:t>  total new work           546 s</a:t>
            </a:r>
          </a:p>
          <a:p/>
          <a:p>
            <a:r>
              <a:t>Segment as measured: master 4,063 s vs develop 902 s</a:t>
            </a:r>
          </a:p>
          <a:p>
            <a:r>
              <a:t>= 4.5x.</a:t>
            </a:r>
          </a:p>
          <a:p/>
          <a:p>
            <a:r>
              <a:t>THE GAP, say it out loud: master's simplify_network does the same two jobs</a:t>
            </a:r>
          </a:p>
          <a:p>
            <a:r>
              <a:t>develop's new rules do, but it has no `benchmark:` directive on</a:t>
            </a:r>
          </a:p>
          <a:p>
            <a:r>
              <a:t>master-benchmark, so no wall time and no peak RSS exist for it. master's bar is</a:t>
            </a:r>
          </a:p>
          <a:p>
            <a:r>
              <a:t>therefore a LOWER BOUND; the true factor is larger than 4.5x. The</a:t>
            </a:r>
          </a:p>
          <a:p>
            <a:r>
              <a:t>hatched block on master's bar is drawn at an arbitrary height purely to mark the</a:t>
            </a:r>
          </a:p>
          <a:p>
            <a:r>
              <a:t>gap - it is not an estimate and is labelled NOT MEASURED.</a:t>
            </a:r>
          </a:p>
          <a:p/>
          <a:p>
            <a:r>
              <a:t>Second honest point, the right-hand panel: peak memory in this segment did not</a:t>
            </a:r>
          </a:p>
          <a:p>
            <a:r>
              <a:t>fall, it MOVED. master's worst rule is add_demand at 14,785 MiB;</a:t>
            </a:r>
          </a:p>
          <a:p>
            <a:r>
              <a:t>develop's worst is its new aggregate_to_substations at 29,450 MiB,</a:t>
            </a:r>
          </a:p>
          <a:p>
            <a:r>
              <a:t>which is higher. Whether that is better or worse than master's unmeasured</a:t>
            </a:r>
          </a:p>
          <a:p>
            <a:r>
              <a:t>simplify_network peak is exactly the thing we cannot say. Adding a benchmark:</a:t>
            </a:r>
          </a:p>
          <a:p>
            <a:r>
              <a:t>directive to master's simplify_network is the cheap fix and is worth doing.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western (California only, 4,249 nodal -&gt; 20 clusters):</a:t>
            </a:r>
          </a:p>
          <a:p>
            <a:r>
              <a:t>  master 340 s, develop 158 s -&gt; 2.2x</a:t>
            </a:r>
          </a:p>
          <a:p/>
          <a:p>
            <a:r>
              <a:t>usa (82,549 nodal -&gt; 300 clusters):</a:t>
            </a:r>
          </a:p>
          <a:p>
            <a:r>
              <a:t>  master 4,063 s, develop 356 s -&gt; 11.4x</a:t>
            </a:r>
          </a:p>
          <a:p/>
          <a:p>
            <a:r>
              <a:t>This is the expected shape: the saving is a function of how much the reduction</a:t>
            </a:r>
          </a:p>
          <a:p>
            <a:r>
              <a:t>step removes, so the small diagnostic leg shows a modest win and the acceptance</a:t>
            </a:r>
          </a:p>
          <a:p>
            <a:r>
              <a:t>case shows a large one. On western, add_electricity is actually slower on</a:t>
            </a:r>
          </a:p>
          <a:p>
            <a:r>
              <a:t>develop (10.7 s -&gt; 32.7 s) - at 20 clusters there is nothing to save and the</a:t>
            </a:r>
          </a:p>
          <a:p>
            <a:r>
              <a:t>extra indirection costs a little.</a:t>
            </a:r>
          </a:p>
          <a:p/>
          <a:p>
            <a:r>
              <a:t>Practical read: do not benchmark this refactor on a toy case and expect the USA</a:t>
            </a:r>
          </a:p>
          <a:p>
            <a:r>
              <a:t>numbers. Equally, do not promise USA-scale savings to someone running a</a:t>
            </a:r>
          </a:p>
          <a:p>
            <a:r>
              <a:t>single-state model.</a:t>
            </a:r>
          </a:p>
          <a:p/>
          <a:p>
            <a:r>
              <a:t>Note the western leg's name is the interconnect wildcard; the modelled footprint</a:t>
            </a:r>
          </a:p>
          <a:p>
            <a:r>
              <a:t>is California only (model_topology.include.reeds_state: [CA], ReEDS zones</a:t>
            </a:r>
          </a:p>
          <a:p>
            <a:r>
              <a:t>p8-p11).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short and do not be drawn into the specific open differences -</a:t>
            </a:r>
          </a:p>
          <a:p>
            <a:r>
              <a:t>they are a separate conversation with their own run cards and GitHub issues.</a:t>
            </a:r>
          </a:p>
          <a:p/>
          <a:p>
            <a:r>
              <a:t>The point to land: the refactor is not asserted to be equivalent, it is tested</a:t>
            </a:r>
          </a:p>
          <a:p>
            <a:r>
              <a:t>for equivalence, on the same config, against a baseline that is a checkout-able</a:t>
            </a:r>
          </a:p>
          <a:p>
            <a:r>
              <a:t>commit rather than a patched working tree. Differences are not tolerated</a:t>
            </a:r>
          </a:p>
          <a:p>
            <a:r>
              <a:t>silently; each one is either equivalent, mapped to a numbered hot-fix with a</a:t>
            </a:r>
          </a:p>
          <a:p>
            <a:r>
              <a:t>written reason, or a failure.</a:t>
            </a:r>
          </a:p>
          <a:p/>
          <a:p>
            <a:r>
              <a:t>If someone asks "is it currently passing?": on the USA case, no - there are open</a:t>
            </a:r>
          </a:p>
          <a:p>
            <a:r>
              <a:t>UNEXPLAINED rows under active diagnosis, tracked in experiments/runs/. That is</a:t>
            </a:r>
          </a:p>
          <a:p>
            <a:r>
              <a:t>the harness doing its job. The western smoke leg is much closer. Point them at</a:t>
            </a:r>
          </a:p>
          <a:p>
            <a:r>
              <a:t>the run cards rather than debugging live.</a:t>
            </a:r>
          </a:p>
          <a:p/>
          <a:p>
            <a:r>
              <a:t>Harness modules: build.py provisions and builds both sides; metrics.py defines</a:t>
            </a:r>
          </a:p>
          <a:p>
            <a:r>
              <a:t>the compared quantities; compare.py/tables.py produce the verdict table;</a:t>
            </a:r>
          </a:p>
          <a:p>
            <a:r>
              <a:t>plots.py emits the PNG+CSV figure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so nobody has to guess which numbers are real.</a:t>
            </a:r>
          </a:p>
          <a:p/>
          <a:p>
            <a:r>
              <a:t>No single Slurm job built both branches from a cold cache. The harness reuses finished rules across jobs through snakemake's mtime rerun triggers, so the two 'build OK in Ns' lines in any one job are not a like-for-like total. End-to-end cold total pipeline wall time, master vs develop, is NOT MEASURED. The per-rule benchmark TSVs are per-rule cold measurements and are what the deck compares.</a:t>
            </a:r>
          </a:p>
          <a:p/>
          <a:p>
            <a:r>
              <a:t>The cheap fixes, if we want the missing numbers:</a:t>
            </a:r>
          </a:p>
          <a:p>
            <a:r>
              <a:t> 1. add a `benchmark:` directive to simplify_network on master-benchmark, then</a:t>
            </a:r>
          </a:p>
          <a:p>
            <a:r>
              <a:t>    rebuild the master side once. That closes the single biggest gap.</a:t>
            </a:r>
          </a:p>
          <a:p>
            <a:r>
              <a:t> 2. run one job with both sides cold (delete both branches' resources for the</a:t>
            </a:r>
          </a:p>
          <a:p>
            <a:r>
              <a:t>    case) to get a true end-to-end total. Expensive - master's cold build alone</a:t>
            </a:r>
          </a:p>
          <a:p>
            <a:r>
              <a:t>    was 8,297 s - but it is the number people will ask for.</a:t>
            </a:r>
          </a:p>
          <a:p/>
          <a:p>
            <a:r>
              <a:t>Also worth stating: the eq-usa jobs show State=FAILED in sacct. That is the</a:t>
            </a:r>
          </a:p>
          <a:p>
            <a:r>
              <a:t>equivalence comparison verdict, not a build crash; the networks were built on</a:t>
            </a:r>
          </a:p>
          <a:p>
            <a:r>
              <a:t>both sides. See experiments/runs/eq-usa-80abb3bc125f/CARD.md.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One-sentence version: the network now shrinks before the expensive rules run,</a:t>
            </a:r>
          </a:p>
          <a:p>
            <a:r>
              <a:t>which is worth about 11x on the heavy segment of the USA build and roughly</a:t>
            </a:r>
          </a:p>
          <a:p>
            <a:r>
              <a:t>two orders of magnitude on the intermediate files, at the cost of two new rules</a:t>
            </a:r>
          </a:p>
          <a:p>
            <a:r>
              <a:t>and a new memory peak we have not yet compared against master's equivalent.</a:t>
            </a:r>
          </a:p>
          <a:p/>
          <a:p>
            <a:r>
              <a:t>Open asks for the room:</a:t>
            </a:r>
          </a:p>
          <a:p>
            <a:r>
              <a:t> - is 275x the right {simpl} for USA, or should s300 be revisited now that</a:t>
            </a:r>
          </a:p>
          <a:p>
            <a:r>
              <a:t>   the heavy rules are cheap?</a:t>
            </a:r>
          </a:p>
          <a:p>
            <a:r>
              <a:t> - is aggregate_to_substations' 29,450 MiB peak worth attacking, given it</a:t>
            </a:r>
          </a:p>
          <a:p>
            <a:r>
              <a:t>   now sets the memory requirement for the whole build segment?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57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B0B0B"/>
                </a:solidFill>
              </a:defRPr>
            </a:pPr>
            <a:r>
              <a:t>Simplify-early</a:t>
            </a:r>
          </a:p>
          <a:p>
            <a:pPr>
              <a:defRPr sz="2100">
                <a:solidFill>
                  <a:srgbClr val="52514E"/>
                </a:solidFill>
              </a:defRPr>
            </a:pPr>
            <a:r>
              <a:t>Reordering the PyPSA-USA DAG so the network shrinks before the heavy rules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977639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52514E"/>
                </a:solidFill>
              </a:defRPr>
            </a:pPr>
            <a:r>
              <a:t>master-benchmark ca73014  vs  develop d773abc</a:t>
            </a:r>
          </a:p>
          <a:p>
            <a:pPr>
              <a:spcAft>
                <a:spcPts val="600"/>
              </a:spcAft>
              <a:defRPr sz="1300">
                <a:solidFill>
                  <a:srgbClr val="8A8985"/>
                </a:solidFill>
              </a:defRPr>
            </a:pPr>
            <a:r>
              <a:t>Case: usa / config.equivalence-usa.yaml / simpl=300 / clusters=134 / 3h / horizon 2030</a:t>
            </a:r>
          </a:p>
          <a:p>
            <a:pPr>
              <a:spcAft>
                <a:spcPts val="600"/>
              </a:spcAft>
              <a:defRPr sz="1300">
                <a:solidFill>
                  <a:srgbClr val="8A8985"/>
                </a:solidFill>
              </a:defRPr>
            </a:pPr>
            <a:r>
              <a:t>Measured on Sherlock, partition serc, 16 cores (USA) / 8 cores (western smoke), 2026-09-15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The change in one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2A78D6"/>
                </a:solidFill>
              </a:defRPr>
            </a:pPr>
            <a:r>
              <a:t>- master reduces LAST.</a:t>
            </a:r>
          </a:p>
          <a:p>
            <a:pPr>
              <a:spcAft>
                <a:spcPts val="1600"/>
              </a:spcAft>
              <a:defRPr sz="1400" b="0">
                <a:solidFill>
                  <a:srgbClr val="52514E"/>
                </a:solidFill>
              </a:defRPr>
            </a:pPr>
            <a:r>
              <a:t>    - build_base_network -&gt; build_bus_regions -&gt; build_renewable_profiles, build_electrical_demand, add_demand, add_electricity ALL at nodal resolution -&gt; simplify_network -&gt; cluster_network.</a:t>
            </a:r>
          </a:p>
          <a:p>
            <a:pPr>
              <a:spcAft>
                <a:spcPts val="1600"/>
              </a:spcAft>
              <a:defRPr sz="1600" b="1">
                <a:solidFill>
                  <a:srgbClr val="EB6834"/>
                </a:solidFill>
              </a:defRPr>
            </a:pPr>
            <a:r>
              <a:t>- develop reduces FIRST.</a:t>
            </a:r>
          </a:p>
          <a:p>
            <a:pPr>
              <a:spcAft>
                <a:spcPts val="1600"/>
              </a:spcAft>
              <a:defRPr sz="1400" b="0">
                <a:solidFill>
                  <a:srgbClr val="52514E"/>
                </a:solidFill>
              </a:defRPr>
            </a:pPr>
            <a:r>
              <a:t>    - simplify_network is split into aggregate_to_substations (topology) and cluster_resources ({simpl} kmeans), and both move to the front. The heavy rules then consume elec_s{simpl}.</a:t>
            </a:r>
          </a:p>
          <a:p>
            <a:pPr>
              <a:spcAft>
                <a:spcPts val="1600"/>
              </a:spcAft>
              <a:defRPr sz="1600" b="1">
                <a:solidFill>
                  <a:srgbClr val="0B0B0B"/>
                </a:solidFill>
              </a:defRPr>
            </a:pPr>
            <a:r>
              <a:t>- On the USA case the heavy rules go from 82,549 buses to 300, a 275x reduction in the dimension every per-bus array is keyed on.</a:t>
            </a:r>
          </a:p>
          <a:p>
            <a:pPr>
              <a:spcAft>
                <a:spcPts val="1600"/>
              </a:spcAft>
              <a:defRPr sz="1600" b="0">
                <a:solidFill>
                  <a:srgbClr val="52514E"/>
                </a:solidFill>
              </a:defRPr>
            </a:pPr>
            <a:r>
              <a:t>- Nothing else about the model changes: same config, same data, same final cluster count. The equivalence harness exists to hold that claim to account.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master: the heavy rules run on the full nodal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514E"/>
                </a:solidFill>
              </a:defRPr>
            </a:pPr>
            <a:r>
              <a:t>Bus counts under each stage. simplify_network does substation aggregation AND {simpl} kmeans, in one rule, after all the per-bus work is finished.</a:t>
            </a:r>
          </a:p>
        </p:txBody>
      </p:sp>
      <p:pic>
        <p:nvPicPr>
          <p:cNvPr id="4" name="Picture 3" descr="fig1_dag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81328"/>
            <a:ext cx="11247120" cy="4767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985"/>
                </a:solidFill>
              </a:defRPr>
            </a:pPr>
            <a:r>
              <a:t>Rule graph read from .worktrees/master-benchmark/workflow/rules/build_electricity.smk; bus counts from the busmap CSVs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develop: aggregate and cluster first, then do the heavy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514E"/>
                </a:solidFill>
              </a:defRPr>
            </a:pPr>
            <a:r>
              <a:t>The same rules, reordered. Two reduction steps now sit ahead of the heavy rules, which see 300 buses instead of 82,549.</a:t>
            </a:r>
          </a:p>
        </p:txBody>
      </p:sp>
      <p:pic>
        <p:nvPicPr>
          <p:cNvPr id="4" name="Picture 3" descr="fig2_dag_devel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81328"/>
            <a:ext cx="11247120" cy="4767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985"/>
                </a:solidFill>
              </a:defRPr>
            </a:pPr>
            <a:r>
              <a:t>Rule graph read from workflow/rules/build_electricity.smk on feat/equivalence-usa-benchmark; see also the repo's CLAUDE.md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Where the network shrinks, and where each branch does its work</a:t>
            </a:r>
          </a:p>
        </p:txBody>
      </p:sp>
      <p:pic>
        <p:nvPicPr>
          <p:cNvPr id="3" name="Picture 2" descr="fig3_resolution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98" y="1234440"/>
            <a:ext cx="10326498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985"/>
                </a:solidFill>
              </a:defRPr>
            </a:pPr>
            <a:r>
              <a:t>Source: unique-value counts in resources/equivalence/busmaps/usa/*.csv, read 2026-09-17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Wall time per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514E"/>
                </a:solidFill>
              </a:defRPr>
            </a:pPr>
            <a:r>
              <a:t>Log scale on top; develop minus master on its own panel below, with a zero line.</a:t>
            </a:r>
          </a:p>
        </p:txBody>
      </p:sp>
      <p:pic>
        <p:nvPicPr>
          <p:cNvPr id="4" name="Picture 3" descr="fig4_runtime_u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811" y="1417320"/>
            <a:ext cx="9178072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985"/>
                </a:solidFill>
              </a:defRPr>
            </a:pPr>
            <a:r>
              <a:t>Source: snakemake benchmark TSVs, USA equivalence case, 2026-09-15 (develop d773abc / master-benchmark ca73014), Sherlock serc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Peak memory per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514E"/>
                </a:solidFill>
              </a:defRPr>
            </a:pPr>
            <a:r>
              <a:t>max_rss from the same benchmark TSVs. Linear scale; delta on its own panel.</a:t>
            </a:r>
          </a:p>
        </p:txBody>
      </p:sp>
      <p:pic>
        <p:nvPicPr>
          <p:cNvPr id="4" name="Picture 3" descr="fig5_memory_u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302" y="1417320"/>
            <a:ext cx="925509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985"/>
                </a:solidFill>
              </a:defRPr>
            </a:pPr>
            <a:r>
              <a:t>Source: snakemake benchmark TSVs, USA equivalence case, 2026-09-15 (develop d773abc / master-benchmark ca73014), Sherlock serc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Why it saves work: the arrays get smaller by the reduction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514E"/>
                </a:solidFill>
              </a:defRPr>
            </a:pPr>
            <a:r>
              <a:t>Same rule, same config, different keying resolution. Sizes are bytes on disk.</a:t>
            </a:r>
          </a:p>
        </p:txBody>
      </p:sp>
      <p:pic>
        <p:nvPicPr>
          <p:cNvPr id="4" name="Picture 3" descr="fig6_artifact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997" y="1417320"/>
            <a:ext cx="8715700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985"/>
                </a:solidFill>
              </a:defRPr>
            </a:pPr>
            <a:r>
              <a:t>Source: ls -la on the 2026-09-15 run artifacts, both worktrees, read 2026-09-17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The segment total, and the one number we do not have</a:t>
            </a:r>
          </a:p>
        </p:txBody>
      </p:sp>
      <p:pic>
        <p:nvPicPr>
          <p:cNvPr id="3" name="Picture 2" descr="fig7_segment_tot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26" y="1234440"/>
            <a:ext cx="10640042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985"/>
                </a:solidFill>
              </a:defRPr>
            </a:pPr>
            <a:r>
              <a:t>master's simplify_network carries no benchmark: directive on master-benchmark, so its cost was never recorded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The win scales with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2514E"/>
                </a:solidFill>
              </a:defRPr>
            </a:pPr>
            <a:r>
              <a:t>The same five heavy rules on the California smoke case and on the USA case.</a:t>
            </a:r>
          </a:p>
        </p:txBody>
      </p:sp>
      <p:pic>
        <p:nvPicPr>
          <p:cNvPr id="4" name="Picture 3" descr="fig8_scale_depe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368" y="1417320"/>
            <a:ext cx="9244957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985"/>
                </a:solidFill>
              </a:defRPr>
            </a:pPr>
            <a:r>
              <a:t>Source: benchmarks/equivalence/{western,usa}/ on both branches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What stays equivalent, and how that is checked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B0B0B"/>
                </a:solidFill>
              </a:defRPr>
            </a:pPr>
            <a:r>
              <a:t>- A reordering is only worth anything if the model it produces is the same model. That is enforced by the Tier C equivalence harness, not by inspection.</a:t>
            </a:r>
          </a:p>
          <a:p>
            <a:pPr>
              <a:spcAft>
                <a:spcPts val="900"/>
              </a:spcAft>
              <a:defRPr sz="1400" b="0">
                <a:solidFill>
                  <a:srgbClr val="52514E"/>
                </a:solidFill>
              </a:defRPr>
            </a:pPr>
            <a:r>
              <a:t>- Lives in code/pypsa-usa/tests/equivalence/, documented in code/pypsa-usa/docs/equivalence.md.</a:t>
            </a:r>
          </a:p>
          <a:p>
            <a:pPr>
              <a:spcAft>
                <a:spcPts val="900"/>
              </a:spcAft>
              <a:defRPr sz="1400" b="0">
                <a:solidFill>
                  <a:srgbClr val="52514E"/>
                </a:solidFill>
              </a:defRPr>
            </a:pPr>
            <a:r>
              <a:t>- The baseline is a branch, not a patched checkout: master-benchmark is a sha you can check out, carrying only the commits master needs to run the same config.</a:t>
            </a:r>
          </a:p>
          <a:p>
            <a:pPr>
              <a:spcAft>
                <a:spcPts val="900"/>
              </a:spcAft>
              <a:defRPr sz="1400" b="1">
                <a:solidFill>
                  <a:srgbClr val="0B0B0B"/>
                </a:solidFill>
              </a:defRPr>
            </a:pPr>
            <a:r>
              <a:t>- Both branches build the same config; the harness then compares:</a:t>
            </a:r>
          </a:p>
          <a:p>
            <a:pPr>
              <a:spcAft>
                <a:spcPts val="900"/>
              </a:spcAft>
              <a:defRPr sz="1200" b="0">
                <a:solidFill>
                  <a:srgbClr val="52514E"/>
                </a:solidFill>
              </a:defRPr>
            </a:pPr>
            <a:r>
              <a:t>    - capacity factor profiles (p_max_pu)</a:t>
            </a:r>
          </a:p>
          <a:p>
            <a:pPr>
              <a:spcAft>
                <a:spcPts val="900"/>
              </a:spcAft>
              <a:defRPr sz="1200" b="0">
                <a:solidFill>
                  <a:srgbClr val="52514E"/>
                </a:solidFill>
              </a:defRPr>
            </a:pPr>
            <a:r>
              <a:t>    - resource availability (p_nom_max) by zone and carrier</a:t>
            </a:r>
          </a:p>
          <a:p>
            <a:pPr>
              <a:spcAft>
                <a:spcPts val="900"/>
              </a:spcAft>
              <a:defRPr sz="1200" b="0">
                <a:solidFill>
                  <a:srgbClr val="52514E"/>
                </a:solidFill>
              </a:defRPr>
            </a:pPr>
            <a:r>
              <a:t>    - existing capacity (p_nom) by zone and carrier</a:t>
            </a:r>
          </a:p>
          <a:p>
            <a:pPr>
              <a:spcAft>
                <a:spcPts val="900"/>
              </a:spcAft>
              <a:defRPr sz="1200" b="0">
                <a:solidFill>
                  <a:srgbClr val="52514E"/>
                </a:solidFill>
              </a:defRPr>
            </a:pPr>
            <a:r>
              <a:t>    - demand by zone</a:t>
            </a:r>
          </a:p>
          <a:p>
            <a:pPr>
              <a:spcAft>
                <a:spcPts val="900"/>
              </a:spcAft>
              <a:defRPr sz="1200" b="0">
                <a:solidFill>
                  <a:srgbClr val="52514E"/>
                </a:solidFill>
              </a:defRPr>
            </a:pPr>
            <a:r>
              <a:t>    - solved objective, capacity and dispatch</a:t>
            </a:r>
          </a:p>
          <a:p>
            <a:pPr>
              <a:spcAft>
                <a:spcPts val="900"/>
              </a:spcAft>
              <a:defRPr sz="1400" b="1">
                <a:solidFill>
                  <a:srgbClr val="0B0B0B"/>
                </a:solidFill>
              </a:defRPr>
            </a:pPr>
            <a:r>
              <a:t>- Every compared row gets one of three verdicts: equivalent, explained (it maps to a numbered hot-fix in the ledger), or UNEXPLAINED - and UNEXPLAINED is a test failure.</a:t>
            </a:r>
          </a:p>
          <a:p>
            <a:pPr>
              <a:spcAft>
                <a:spcPts val="900"/>
              </a:spcAft>
              <a:defRPr sz="1400" b="0">
                <a:solidFill>
                  <a:srgbClr val="52514E"/>
                </a:solidFill>
              </a:defRPr>
            </a:pPr>
            <a:r>
              <a:t>- 13 test modules, plus hotfixes.yaml and waivers.yaml as machine-readable ledgers, so 'we know why that differs' is version-controlled rather than remembered.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985"/>
                </a:solidFill>
              </a:defRPr>
            </a:pPr>
            <a:r>
              <a:t>The current verdict table for the USA case is a run-card matter, not a slide in this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What is measured here, and what is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B0B0B"/>
                </a:solidFill>
              </a:defRPr>
            </a:pPr>
            <a:r>
              <a:t>- Measured, from artifacts:</a:t>
            </a:r>
          </a:p>
          <a:p>
            <a:pPr>
              <a:spcAft>
                <a:spcPts val="800"/>
              </a:spcAft>
              <a:defRPr sz="1150" b="0">
                <a:solidFill>
                  <a:srgbClr val="52514E"/>
                </a:solidFill>
              </a:defRPr>
            </a:pPr>
            <a:r>
              <a:t>    - per-rule wall time and peak RSS - snakemake benchmark TSVs, both branches, USA and western</a:t>
            </a:r>
          </a:p>
          <a:p>
            <a:pPr>
              <a:spcAft>
                <a:spcPts val="800"/>
              </a:spcAft>
              <a:defRPr sz="1150" b="0">
                <a:solidFill>
                  <a:srgbClr val="52514E"/>
                </a:solidFill>
              </a:defRPr>
            </a:pPr>
            <a:r>
              <a:t>    - bus counts at every stage - unique-value counts in the busmap CSVs</a:t>
            </a:r>
          </a:p>
          <a:p>
            <a:pPr>
              <a:spcAft>
                <a:spcPts val="800"/>
              </a:spcAft>
              <a:defRPr sz="1150" b="0">
                <a:solidFill>
                  <a:srgbClr val="52514E"/>
                </a:solidFill>
              </a:defRPr>
            </a:pPr>
            <a:r>
              <a:t>    - artifact sizes - bytes on disk for the outputs of the same rule on each branch</a:t>
            </a:r>
          </a:p>
          <a:p>
            <a:pPr>
              <a:spcAft>
                <a:spcPts val="800"/>
              </a:spcAft>
              <a:defRPr sz="1150" b="0">
                <a:solidFill>
                  <a:srgbClr val="52514E"/>
                </a:solidFill>
              </a:defRPr>
            </a:pPr>
            <a:r>
              <a:t>    - whole-job elapsed and MaxRSS - sacct for jobs 43640844, 43671766, 43671762</a:t>
            </a:r>
          </a:p>
          <a:p>
            <a:pPr>
              <a:spcAft>
                <a:spcPts val="800"/>
              </a:spcAft>
              <a:defRPr sz="1350" b="1">
                <a:solidFill>
                  <a:srgbClr val="E34948"/>
                </a:solidFill>
              </a:defRPr>
            </a:pPr>
            <a:r>
              <a:t>- NOT measured - stated as such on the slides:</a:t>
            </a:r>
          </a:p>
          <a:p>
            <a:pPr>
              <a:spcAft>
                <a:spcPts val="800"/>
              </a:spcAft>
              <a:defRPr sz="1150" b="0">
                <a:solidFill>
                  <a:srgbClr val="52514E"/>
                </a:solidFill>
              </a:defRPr>
            </a:pPr>
            <a:r>
              <a:t>    - master's simplify_network wall time and peak RSS. No benchmark: directive on master-benchmark, so master's reduction cost is absent and its segment bar is a lower bound.</a:t>
            </a:r>
          </a:p>
          <a:p>
            <a:pPr>
              <a:spcAft>
                <a:spcPts val="800"/>
              </a:spcAft>
              <a:defRPr sz="1150" b="0">
                <a:solidFill>
                  <a:srgbClr val="52514E"/>
                </a:solidFill>
              </a:defRPr>
            </a:pPr>
            <a:r>
              <a:t>    - end-to-end cold pipeline wall time, master vs develop. No single job built both sides from a cold cache: in job 43671766 develop built in 3,910 s while master reused finished rules in 117 s; in job 43640844 master built in 8,297 s while develop was cached at 4 s. Those pairs are not comparable and are not charted.</a:t>
            </a:r>
          </a:p>
          <a:p>
            <a:pPr>
              <a:spcAft>
                <a:spcPts val="800"/>
              </a:spcAft>
              <a:defRPr sz="1150" b="0">
                <a:solidFill>
                  <a:srgbClr val="52514E"/>
                </a:solidFill>
              </a:defRPr>
            </a:pPr>
            <a:r>
              <a:t>    - master-side build_base_network, build_bus_regions, build_shapes, add_extra_components, prepare_network, add_sectors - instrumented on develop only, so not charted.</a:t>
            </a:r>
          </a:p>
          <a:p>
            <a:pPr>
              <a:spcAft>
                <a:spcPts val="800"/>
              </a:spcAft>
              <a:defRPr sz="1350" b="1">
                <a:solidFill>
                  <a:srgbClr val="0B0B0B"/>
                </a:solidFill>
              </a:defRPr>
            </a:pPr>
            <a:r>
              <a:t>- Every figure ships a CSV twin with the exact plotted numbers, the source file and the mtime.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985"/>
                </a:solidFill>
              </a:defRPr>
            </a:pPr>
            <a:r>
              <a:t>figures/*.csv carry the provenance of every plotted value; measurements.py is the single source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B0B0B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 b="1">
                <a:solidFill>
                  <a:srgbClr val="0B0B0B"/>
                </a:solidFill>
              </a:defRPr>
            </a:pPr>
            <a:r>
              <a:t>- The refactor moves the reduction from after the heavy rules to before them, so the per-bus rules run at 300 buses instead of 82,549 - a 275x cut in the dimension that matters.</a:t>
            </a:r>
          </a:p>
          <a:p>
            <a:pPr>
              <a:spcAft>
                <a:spcPts val="1100"/>
              </a:spcAft>
              <a:defRPr sz="1400" b="0">
                <a:solidFill>
                  <a:srgbClr val="52514E"/>
                </a:solidFill>
              </a:defRPr>
            </a:pPr>
            <a:r>
              <a:t>- The five heavy rules go from 4,063 s to 356 s on the USA case (11.4x); including develop's two new reduction rules the segment is still 4.5x faster, and that is a lower bound.</a:t>
            </a:r>
          </a:p>
          <a:p>
            <a:pPr>
              <a:spcAft>
                <a:spcPts val="1100"/>
              </a:spcAft>
              <a:defRPr sz="1400" b="0">
                <a:solidFill>
                  <a:srgbClr val="52514E"/>
                </a:solidFill>
              </a:defRPr>
            </a:pPr>
            <a:r>
              <a:t>- The arrays shrink with the bus count: profiles 60-71x, demand 98x, post-add_demand network 160x.</a:t>
            </a:r>
          </a:p>
          <a:p>
            <a:pPr>
              <a:spcAft>
                <a:spcPts val="1100"/>
              </a:spcAft>
              <a:defRPr sz="1400" b="0">
                <a:solidFill>
                  <a:srgbClr val="52514E"/>
                </a:solidFill>
              </a:defRPr>
            </a:pPr>
            <a:r>
              <a:t>- Memory did not simply fall - it moved. add_demand drops 42x, but develop's new aggregate_to_substations peaks at 29,450 MiB, the highest rule in the segment.</a:t>
            </a:r>
          </a:p>
          <a:p>
            <a:pPr>
              <a:spcAft>
                <a:spcPts val="1100"/>
              </a:spcAft>
              <a:defRPr sz="1400" b="0">
                <a:solidFill>
                  <a:srgbClr val="52514E"/>
                </a:solidFill>
              </a:defRPr>
            </a:pPr>
            <a:r>
              <a:t>- The win scales with the problem: 2.2x on the California smoke case, 11.4x on the USA case.</a:t>
            </a:r>
          </a:p>
          <a:p>
            <a:pPr>
              <a:spcAft>
                <a:spcPts val="1100"/>
              </a:spcAft>
              <a:defRPr sz="1400" b="0">
                <a:solidFill>
                  <a:srgbClr val="52514E"/>
                </a:solidFill>
              </a:defRPr>
            </a:pPr>
            <a:r>
              <a:t>- Equivalence is tested, not asserted: the Tier C harness compares both branches on the same config and treats an unexplained difference as a failure.</a:t>
            </a:r>
          </a:p>
          <a:p>
            <a:pPr>
              <a:spcAft>
                <a:spcPts val="1100"/>
              </a:spcAft>
              <a:defRPr sz="1400" b="1">
                <a:solidFill>
                  <a:srgbClr val="0B0B0B"/>
                </a:solidFill>
              </a:defRPr>
            </a:pPr>
            <a:r>
              <a:t>- Next measurement to take: benchmark master's simplify_network, and run one job with both sides cold for a true end-to-end total.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190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985"/>
                </a:solidFill>
              </a:defRPr>
            </a:pPr>
            <a:r>
              <a:t>Source: snakemake benchmark TSVs, USA equivalence case, 2026-09-15 (develop d773abc / master-benchmark ca73014), Sherlock serc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